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Living Encoding Engine v17.1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C3C3C"/>
                </a:solidFill>
              </a:defRPr>
            </a:pPr>
            <a:r>
              <a:t>De Landauer à Bekenstein : la formule unifiée de l’information réelle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000000"/>
                </a:solidFill>
              </a:defRPr>
            </a:pPr>
            <a:r>
              <a:t>I_real = min( I_ops , I_cap )</a:t>
            </a:r>
            <a:br/>
            <a:br/>
            <a:r>
              <a:t>I_ops = E / (k_B T_eff ln2)</a:t>
            </a:r>
            <a:br/>
            <a:r>
              <a:t>I_cap = (2π / ħc ln2) × E × R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4846320"/>
            <a:ext cx="4572000" cy="118872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Information Bottleneck</a:t>
            </a:r>
          </a:p>
          <a:p>
            <a:r>
              <a:t>Landauer (Thermodynamic) ↔ Bekenstein (Geometric)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050"/>
                </a:solidFill>
              </a:defRPr>
            </a:pPr>
            <a:r>
              <a:t>© Bernard Bérard (alias 13urN) — NeoGenesis Research,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